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Praesentation (Beispiel)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Platzhalter vom Praesentations-Agenten, keine echten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Anfrage eingehend</a:t>
            </a:r>
          </a:p>
          <a:p>
            <a:r>
              <a:t>Agent bereitet vor</a:t>
            </a:r>
          </a:p>
          <a:p>
            <a:r>
              <a:t>Inhaber gibt frei</a:t>
            </a:r>
          </a:p>
          <a:p>
            <a:r>
              <a:t>Ergebnis im Download-Ordner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